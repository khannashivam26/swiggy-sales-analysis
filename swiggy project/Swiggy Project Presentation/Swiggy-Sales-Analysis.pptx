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 Medium" panose="020B0604020202020204" charset="0"/>
      <p:regular r:id="rId23"/>
    </p:embeddedFon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64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7F85-DDD5-40B3-A20B-F5B1DE64A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1CF61-0C39-461D-90CB-A149974D3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C5A2B-14F3-4698-BBFB-D292A3AD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2EB1F-1A7D-40BD-BFB5-10150698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04348-0F16-488D-8CC5-21BEDB05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0413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DABA3-03FE-4C28-A7EF-025BC2AD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A9F2-1EB0-4D48-9C43-0E128180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88348-71D8-45EB-9882-BA6508B2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EF904-204D-4CFC-8B68-4A1A64522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6A3D-EC79-4246-ADA2-AD7E221E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6169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05C4-886C-40A6-8301-07DF10FC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CDBEA-93DD-4F48-92CE-BC924DE61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B4227-D18B-4DE8-A072-E6AF2A0B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77C5D-C990-42E9-8B63-8029ADC6A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76A84-0E50-4F61-8CCC-FD43531A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9859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4703-6064-4BFD-BF2B-11894E7B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9D96A-42CB-44D3-A4EF-5FB857592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9A039-F053-4303-A31B-E985245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F2D05-6CED-427B-98EC-F9CA7C23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DB8D1-4820-4CC3-A9A3-E1C6BB40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39D93-696C-403E-8C1C-D9CFA815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0492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14CF-706F-4FBC-AEB2-E0CF57AE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CE26D-1EBC-469F-9961-42E72F0C0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4D8CD-9EF6-43DC-BC4B-D5BD2ACD9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FA184-958D-46CA-BEA8-C14F69227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219E2-55F2-4A2B-8F36-F0103C190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43B42-8028-4E13-B750-49B6B910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E8654-24C4-46DB-8B22-5DCB027D4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114E2-31A5-4FC5-84BE-30CFCEEE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1167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73FC-71CD-4A2B-B45D-5DA0D5B0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56AF0-C0D7-45D8-9BA1-DE452E96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710E1-ACAE-411F-8928-D74E9F3D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D9BF0-FEB6-4980-9EAE-DDE70ADF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4608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4DBDF-0937-4FA6-AABC-29E91C9D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C1C9D-EF58-407B-8640-A9D165EC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4E2D8-D553-454E-A188-6746219F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204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46DD-A4E0-409D-8FF8-2A563B88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8073A-A3E1-49E0-88B3-3E59015F2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C7533-FEE9-48DE-9CC0-93F789C54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72D52-375B-46A0-9C2A-8E49E8B1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DE3-AA2C-4F08-A495-2D5064EF6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8039B-979E-4109-B5FD-68B15454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9172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3569-F687-48C5-A513-9649C619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992B1-09A8-457F-AFA9-A02CF2743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3DEDB-232B-4DFE-A39F-2DF55B766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6B1AC-F109-48DA-BB04-463174FA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3A0A2-872A-491B-AC68-943AB89E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53BE8-2434-4415-9ABB-7FAD2622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7042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7552-3BA3-4F74-A303-74DAD3F2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523E1-B8B6-430D-9B91-806E41611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A523B-3D46-4C93-A0A5-0144B8AB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A8B43-2A02-46E4-9986-6129A9EB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950E2-5E04-42C2-AD48-F780E145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7838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40042-1B19-4660-8ED4-59161F304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F6C9D-570C-40AB-B51C-04E4686A5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FF96-4117-467C-8E0C-EDB3308F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F9335-C3EB-49B5-BFA9-8ECD885C2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9E167-B020-43BF-A211-3EE8D539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6230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13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79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560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163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026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535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570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08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155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78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C1ABB-254C-41CD-8068-0162854F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0DC7B-D0D1-4BEB-871C-FE9CF840F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57FCB-7445-44AA-A317-9D4BE7A03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DC58C-EC8C-4DAE-B5CF-C5257888918A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D879B-F8C1-48EB-9836-C3407AFBB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CF1DA-3094-41F3-BBA3-5BF3A2B93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867D1-00A9-445D-8872-8CC5C35DD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81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5999"/>
            <a:ext cx="40671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Swiggy Sales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4158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data analytics to optimize restaurant performance, improve customer satisfaction, and support strategic decisions across India's food delivery ecosystem.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6261"/>
            <a:ext cx="1155948" cy="266402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8752"/>
            <a:ext cx="14430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 DATASET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22909" y="3181499"/>
            <a:ext cx="162512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2828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12727" y="3228752"/>
            <a:ext cx="19026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SQL · 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1070" y="347439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Overview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572470" y="852413"/>
            <a:ext cx="51994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8,600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393382" y="1316162"/>
            <a:ext cx="15576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Restaurants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572470" y="1530028"/>
            <a:ext cx="51994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9 major Indian cities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572470" y="1891457"/>
            <a:ext cx="51994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5393382" y="2355205"/>
            <a:ext cx="15576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Cities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72470" y="2569071"/>
            <a:ext cx="51994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Delhi, Mumbai, Bangalore, Chennai, Hyderabad, Pune, Kolkata, Ahmedabad, Surat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72470" y="2930500"/>
            <a:ext cx="51994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5393382" y="3394249"/>
            <a:ext cx="15576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Columns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72470" y="3608115"/>
            <a:ext cx="51994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State, Area, Price, Rating, Votes, Cuisines, Delivery Time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72470" y="3969544"/>
            <a:ext cx="51994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53.97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5393382" y="4433292"/>
            <a:ext cx="15576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Avg Delivery (min)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72470" y="4647158"/>
            <a:ext cx="51994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delivery time across all restaurants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20216"/>
            <a:ext cx="472827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Preparation in Python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402333"/>
            <a:ext cx="5213449" cy="2954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767" y="1164431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Steps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1527088"/>
            <a:ext cx="202629" cy="2026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59810" y="1520428"/>
            <a:ext cx="2216051" cy="85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&amp; Exploration:</a:t>
            </a: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Imported via pandas; used </a:t>
            </a:r>
            <a:r>
              <a:rPr lang="en-US" sz="10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0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structure and summary stats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2638611"/>
            <a:ext cx="202629" cy="202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59810" y="2631951"/>
            <a:ext cx="221605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Cleaning:</a:t>
            </a: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Handled missing data, standardized columns, formatted numerical values for Price and Avg_Ratings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443" y="3740609"/>
            <a:ext cx="202629" cy="20262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59810" y="3733949"/>
            <a:ext cx="221605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Columns:</a:t>
            </a: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Created Price_Category, Delivery_Status, Rating_Status, Popularity_Score, and Popularity_Status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66312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 Analysis: Restaurant Distribution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699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843 areas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analyzed across all 9 cities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Rohini (Delhi) leads with 257 restaurants — highest density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areas account for significant market concentration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 areas have restaurants with high ratings AND high popularity scores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4289"/>
            <a:ext cx="61309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 Analysis: Ratings &amp; Popularity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40793"/>
            <a:ext cx="2622724" cy="1988418"/>
          </a:xfrm>
          <a:prstGeom prst="roundRect">
            <a:avLst>
              <a:gd name="adj" fmla="val 1069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2101602"/>
            <a:ext cx="230110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🏆</a:t>
            </a: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Top 10 Popular Restaurants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634332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Guru Kripa (Mumbai) leads with a popularity score of </a:t>
            </a: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38.33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followed by Grand Hotel and 4M Biryani House (Hyderabad) at 37.76.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940793"/>
            <a:ext cx="2622724" cy="1988418"/>
          </a:xfrm>
          <a:prstGeom prst="roundRect">
            <a:avLst>
              <a:gd name="adj" fmla="val 1069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1410" y="2101602"/>
            <a:ext cx="247136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⭐</a:t>
            </a: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Rating Status by City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410" y="2412876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Chennai has the most high-rated restaurants (552). Bangalore: 474 high, 311 low, 161 avg-rated. Ahmedabad: 304 low-rated, 263 high-rated.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940793"/>
            <a:ext cx="2622724" cy="1988418"/>
          </a:xfrm>
          <a:prstGeom prst="roundRect">
            <a:avLst>
              <a:gd name="adj" fmla="val 1069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5892" y="2101602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📍</a:t>
            </a: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Best-Rated Areas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5892" y="2412876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Ashok Nagar (Bangalore) leads with avg rating of </a:t>
            </a: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6 restaurants. Alwarpet (Chennai) and Koregaon Park (Pune) both at 4.6.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59473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 Analysis: Risk &amp; Opportunity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699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Critical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2,625 costly restaurants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low popularity scores — prime candidates for discounts or meal combos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386 areas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restaurants with bad delivery times; Ahmedabad's Vastral area leads with 10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Kolkata (218) and Chennai (214) have the most "at risk" restaurants — high ratings but too few reviews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30410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Cuisine &amp; Pricing Intelligence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159347"/>
            <a:ext cx="206424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Premium Cuisine Trends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425824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Chinese/Pan-Asian cuisine commands the highest average price at </a:t>
            </a:r>
            <a:r>
              <a:rPr lang="en-US" sz="8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₹1,800</a:t>
            </a: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though only 1 restaurant. Japanese cuisine offers the best scale at </a:t>
            </a:r>
            <a:r>
              <a:rPr lang="en-US" sz="8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₹1,300</a:t>
            </a: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avg with 17 restaurants.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503" y="2993901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price across all restaurants: </a:t>
            </a:r>
            <a:r>
              <a:rPr lang="en-US" sz="8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₹348.44</a:t>
            </a: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Premium cuisines represent a high-margin opportunity in well-rated areas like Ashok Nagar, Bangalore.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21407"/>
            <a:ext cx="573092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 Dashboard: Key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2040" y="1185193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8,680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397794" y="1806699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Restaurants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52040" y="2101007"/>
            <a:ext cx="42368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 dataset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26521" y="1185193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5572274" y="1806699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Cities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26521" y="2101007"/>
            <a:ext cx="42368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India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2040" y="2651968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348</a:t>
            </a:r>
            <a:endParaRPr lang="en-US" sz="3550" dirty="0"/>
          </a:p>
        </p:txBody>
      </p:sp>
      <p:sp>
        <p:nvSpPr>
          <p:cNvPr id="10" name="Text 8"/>
          <p:cNvSpPr/>
          <p:nvPr/>
        </p:nvSpPr>
        <p:spPr>
          <a:xfrm>
            <a:off x="1397794" y="3273475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Avg Price (₹)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2040" y="3567782"/>
            <a:ext cx="42368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two people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26521" y="2651968"/>
            <a:ext cx="42368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38.33</a:t>
            </a:r>
            <a:endParaRPr lang="en-US" sz="3550" dirty="0"/>
          </a:p>
        </p:txBody>
      </p:sp>
      <p:sp>
        <p:nvSpPr>
          <p:cNvPr id="13" name="Text 11"/>
          <p:cNvSpPr/>
          <p:nvPr/>
        </p:nvSpPr>
        <p:spPr>
          <a:xfrm>
            <a:off x="5572274" y="3273475"/>
            <a:ext cx="19452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 Popularity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26521" y="3567782"/>
            <a:ext cx="42368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score achieved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640" y="3933751"/>
            <a:ext cx="8182719" cy="788268"/>
          </a:xfrm>
          <a:prstGeom prst="roundRect">
            <a:avLst>
              <a:gd name="adj" fmla="val 2613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4142333"/>
            <a:ext cx="171599" cy="1372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26827" y="4101033"/>
            <a:ext cx="759923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filters include City, Price_Category (Budget / Mid Value / Costly), and Delivery_Status (Fast / Moderate / Slow) for interactive exploration.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2040"/>
            <a:ext cx="42410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 Visualizations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1" y="1539776"/>
            <a:ext cx="1950467" cy="195046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755" y="1539776"/>
            <a:ext cx="1950541" cy="195054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704" y="1539776"/>
            <a:ext cx="1950467" cy="195046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578" y="1539776"/>
            <a:ext cx="1950541" cy="195054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96119" y="3741018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pages cover: </a:t>
            </a: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Details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(rating status, food types by city), </a:t>
            </a: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Insights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(delivery status by city, avg delivery time), and </a:t>
            </a:r>
            <a:r>
              <a:rPr lang="en-US" sz="11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&amp; Popularity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(top restaurants by price, popularity distribution). Popularity breakdown: Average Popular 9.52%, More Popular 8.22%, Less Popular 0.83%.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19"/>
            <a:ext cx="51549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40023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EDEBE3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28178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6" y="1398687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18488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Fix Slow Deliveries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15532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more riders in high-delay areas: Ahmedabad, Kolkata, Chennai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140023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EDEBE3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128178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8282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9339" y="1398687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18488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Boost Hidden Gems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15532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"At Risk" restaurants (high rating, few reviews) on the app homepage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140023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EDEBE3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128178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8282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139868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1848817"/>
            <a:ext cx="24616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Help Costly Restaurants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15532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discounts or combos for 2,625 costly, low-popularity restaurants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877" y="32610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8282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856" y="3377952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877" y="3828083"/>
            <a:ext cx="23271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Expand Premium Food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7877" y="4134594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Encourage Japanese/Pan-Asian cuisine in high-rated areas like Ashok Nagar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24" name="Shape 18"/>
          <p:cNvSpPr/>
          <p:nvPr/>
        </p:nvSpPr>
        <p:spPr>
          <a:xfrm>
            <a:off x="4784601" y="32610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8282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1580" y="3377952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4601" y="3828083"/>
            <a:ext cx="26219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Improve Low-Rated Spots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4601" y="4134594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training and quality checks to low-rated budget restaurants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636</Words>
  <Application>Microsoft Office PowerPoint</Application>
  <PresentationFormat>On-screen Show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Consolas</vt:lpstr>
      <vt:lpstr>DM Sans Medium</vt:lpstr>
      <vt:lpstr>Calibri Light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baba ji guruji</cp:lastModifiedBy>
  <cp:revision>2</cp:revision>
  <dcterms:created xsi:type="dcterms:W3CDTF">2026-05-18T13:22:24Z</dcterms:created>
  <dcterms:modified xsi:type="dcterms:W3CDTF">2026-05-18T13:25:00Z</dcterms:modified>
</cp:coreProperties>
</file>